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3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F3D4E-3DAD-54F5-1711-7D3549415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A0F8E-579F-EDEE-F928-D809E1E548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FAB14-4460-4A08-FCAF-BE7E6CCFD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44C41-DFB1-4C2F-A726-3163DD032BB1}" type="datetimeFigureOut">
              <a:rPr lang="es-419" smtClean="0"/>
              <a:t>30/3/2026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16B48-6870-3BA7-2ACE-39F3545F2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33753-BC20-9093-2E64-C8395B782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19B9-17FC-41EA-96EE-9FD05405697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288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42CD-F978-E60B-10D9-A024A8436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5C345-4F7C-4015-BCD6-1507FC1BA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7DF54-5D11-D533-F2AA-581DE02EA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44C41-DFB1-4C2F-A726-3163DD032BB1}" type="datetimeFigureOut">
              <a:rPr lang="es-419" smtClean="0"/>
              <a:t>30/3/2026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CC691-BA6E-67E0-D2A1-D99513810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3FEC0-4BFC-C0F3-A549-66CBA6A8D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19B9-17FC-41EA-96EE-9FD05405697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64525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B12A-C414-F6F2-AE32-6A824BCB2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92CAA-140F-9009-BB95-44315D291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0B937-F15D-6A41-ABCA-7187E7741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44C41-DFB1-4C2F-A726-3163DD032BB1}" type="datetimeFigureOut">
              <a:rPr lang="es-419" smtClean="0"/>
              <a:t>30/3/2026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955AC-40FC-47AC-679D-6720B782D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6068C-466E-0398-392E-741D1061F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19B9-17FC-41EA-96EE-9FD05405697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452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C150E-9E66-711C-1745-4BF6FF75F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64EBA-55B7-181A-54E5-BED09DC9E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789F0-241D-34B6-651D-D2FA5606B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00571-21B0-D0AC-562D-662D44741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44C41-DFB1-4C2F-A726-3163DD032BB1}" type="datetimeFigureOut">
              <a:rPr lang="es-419" smtClean="0"/>
              <a:t>30/3/2026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527C6-A77D-E6BD-AB73-2D146839B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C76E7D-141C-D282-2D93-B17D2C05A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19B9-17FC-41EA-96EE-9FD05405697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141834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4C081-A615-8E4F-09A6-72C04C3D3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8F9B5-94B7-1E1B-E993-AC18C309B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78ACE-0B11-5718-1A33-0CB05A6DB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0F3359-D61A-D328-7958-7285A6FFF4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0F2795-A5F2-1A11-EE68-4720482BB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F79461-C2D4-BB3D-BF34-7902F7A53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44C41-DFB1-4C2F-A726-3163DD032BB1}" type="datetimeFigureOut">
              <a:rPr lang="es-419" smtClean="0"/>
              <a:t>30/3/2026</a:t>
            </a:fld>
            <a:endParaRPr lang="es-419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D30F57-85D8-56FE-2711-52B3D7973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6CFCB0-EEB4-54ED-F30C-1598FCCD9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19B9-17FC-41EA-96EE-9FD05405697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71344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0C9B0-1E19-4FA9-12E3-94C56D15C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B08B3-9E1A-5D2E-CE4D-780AF6FF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44C41-DFB1-4C2F-A726-3163DD032BB1}" type="datetimeFigureOut">
              <a:rPr lang="es-419" smtClean="0"/>
              <a:t>30/3/2026</a:t>
            </a:fld>
            <a:endParaRPr lang="es-419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EC923-00EB-AC37-05D6-5EDAEBC9B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3C888-66F1-3A17-BEA7-73CE227D2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19B9-17FC-41EA-96EE-9FD05405697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4506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3EDABF-69B4-F330-0528-0BA3E515F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44C41-DFB1-4C2F-A726-3163DD032BB1}" type="datetimeFigureOut">
              <a:rPr lang="es-419" smtClean="0"/>
              <a:t>30/3/2026</a:t>
            </a:fld>
            <a:endParaRPr lang="es-419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F4B86-C88E-98BE-F8F4-35D767142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B632A-2E59-DC6C-7F74-ED0E95A17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19B9-17FC-41EA-96EE-9FD05405697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4057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11289-0022-8250-F9E5-818354EC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A66DB-395B-3724-6F75-D63FCD496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75D7C-CD3F-1D6D-16AF-F2DCA47C4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7438C-CA99-A9BA-8680-2B057332E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44C41-DFB1-4C2F-A726-3163DD032BB1}" type="datetimeFigureOut">
              <a:rPr lang="es-419" smtClean="0"/>
              <a:t>30/3/2026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DB0D9-8374-AD2B-F15A-145A5F76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43579-30FC-19E9-8C89-6F06A9A58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19B9-17FC-41EA-96EE-9FD05405697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30373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57E5A-B2B6-BC23-29F4-413204329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41A1AB-9A34-8AA0-5013-56ADC08D5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BB348-C8F1-B56B-A350-2334BDAE8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9E3A2-1A6B-ADCB-D658-99E3C340D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44C41-DFB1-4C2F-A726-3163DD032BB1}" type="datetimeFigureOut">
              <a:rPr lang="es-419" smtClean="0"/>
              <a:t>30/3/2026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72310-6F48-3A26-E7BE-4061A7F0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0626B-5802-745E-243D-2958DF42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19B9-17FC-41EA-96EE-9FD05405697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16697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E497-51B6-7296-3052-5737EB71A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E29291-65FC-48CA-C831-016190CDA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D06AC-0BD1-4956-5DEF-6D7C45FE8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44C41-DFB1-4C2F-A726-3163DD032BB1}" type="datetimeFigureOut">
              <a:rPr lang="es-419" smtClean="0"/>
              <a:t>30/3/2026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1DFFF-9B1A-82DB-AD3B-1BBEBE13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6F00E-CBCE-1EF0-95A7-E350AB88D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19B9-17FC-41EA-96EE-9FD05405697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07283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1ABD55-477E-1079-C934-3B1110A63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2F4740-4469-2EB3-C397-9B61A1BED3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DC53B-4ECA-5247-06E6-4C7C0F7EC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44C41-DFB1-4C2F-A726-3163DD032BB1}" type="datetimeFigureOut">
              <a:rPr lang="es-419" smtClean="0"/>
              <a:t>30/3/2026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98492-FAD1-6E50-0EBA-549C292FB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54FFF-FD82-A5D8-7178-9FAFF53F0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19B9-17FC-41EA-96EE-9FD05405697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27733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7BC53F-7200-C745-3139-D493F204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E6A62-8D6E-5AB0-00B8-198ACF7D1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5DC1C-B201-99D1-4FF1-8CF7FE70F7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A44C41-DFB1-4C2F-A726-3163DD032BB1}" type="datetimeFigureOut">
              <a:rPr lang="es-419" smtClean="0"/>
              <a:t>30/3/2026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B11ED-AD0D-E854-532A-9192E5741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BA80C-B3CA-91AE-DEB7-1270AA0EC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FA19B9-17FC-41EA-96EE-9FD05405697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1265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FA58C0-6601-AE18-AB6A-23029F441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646" y="401053"/>
            <a:ext cx="8252707" cy="561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908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06BB-5EDF-08A2-8448-FF87BC65F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454A7-11D8-328E-0996-008D59C98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9AA8DB-F243-17A0-4CC1-B7CFD299A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73" y="0"/>
            <a:ext cx="100918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69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18563-0B96-DBF9-BE9F-BBDDD4D5A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C1088-5F5D-2B9F-D80B-2842569F2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9183C7-3E3F-E47E-03AA-B91368F24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462" y="0"/>
            <a:ext cx="10075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19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5472-05DA-3A61-9405-DDA3613F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9DBBC-ACB9-776B-DC10-3CBD12B59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90E1F0-4051-57DB-1B57-08E9FC289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6804"/>
            <a:ext cx="12192000" cy="556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844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0D164-0704-31AB-6FFD-6FCD12ACE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33434-AC25-B5E2-70EF-1EC897302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DD236E-AE56-36B7-9833-CEBEF1B44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557" y="0"/>
            <a:ext cx="100848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613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9427-232B-1F7E-6ADF-B1EC8C25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E9F7C-346C-AEDB-333C-448B1D566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0BE826-F9C9-B0C8-E95D-2B186FE1C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462" y="0"/>
            <a:ext cx="10075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104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Glenn R. Tomassi C.</dc:creator>
  <cp:lastModifiedBy>Glenn R. Tomassi C.</cp:lastModifiedBy>
  <cp:revision>1</cp:revision>
  <dcterms:created xsi:type="dcterms:W3CDTF">2026-03-30T20:41:02Z</dcterms:created>
  <dcterms:modified xsi:type="dcterms:W3CDTF">2026-03-30T20:53:55Z</dcterms:modified>
</cp:coreProperties>
</file>